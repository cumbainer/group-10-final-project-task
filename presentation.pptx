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ПЕРСОНАЛЬНИЙ</a:t>
            </a:r>
            <a:endParaRPr lang="en-US" sz="4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ПОМІЧНИК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CLI-бот для керування контактами та нотатками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22860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10  |  Python Programming: Foundations and Best Practices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День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НАША КОМАНДА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64008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Оля Гаркавенко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64008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Владислав Штайєр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926080"/>
            <a:ext cx="64008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Борис Жигало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926080"/>
            <a:ext cx="64008" cy="1188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Каріна Костюк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Розробник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ІДЕЯ ПРОЄКТУ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CLI-застосунок, який замінить блокнот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телефонну книгу — все в одному терміналі.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Контакти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Ім'я, телефони, email, адреса, день народження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286000"/>
            <a:ext cx="36576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Нотатки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Текстові записи з пошуком і тегами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36576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Збереження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Pickle-серіалізація — дані не зникнуть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474720"/>
            <a:ext cx="36576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Встановлення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. — одна команда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ТЕХНОЛОГІЇ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3.10+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 мова проєкту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53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ООП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Record, AddressBook, Notebook — ієрархія класів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7744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UserDict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клас для AddressBook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7744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4505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7492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Серіалізація даних на диск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47472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47472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/ Setter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Валідація через @property та @Field.value.setter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474720"/>
            <a:ext cx="3657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474720"/>
            <a:ext cx="64008" cy="8229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Декоратори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074920" y="3886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@input_error — єдина обробка помилок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АРХІТЕКТУРА ПРОЄКТУ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4754880" cy="3657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bot/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__init__.py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addressbook.py    — моделі даних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commands.py        — обробники команд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cli.py                    — точка входу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errors.py             — декоратор помилок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note.py                — клас Note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notebook.py         — клас Notebook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storage.py            — pickle save/load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welcome_help.py  — меню привітання</a:t>
            </a:r>
            <a:endParaRPr lang="en-US" sz="11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         — pip install 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1188720"/>
            <a:ext cx="320040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23560" y="1234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 (cli.py)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2356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вводу, маршрутизація команд через словники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057400"/>
            <a:ext cx="320040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2356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23560" y="2377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Функції-обробники з @input_error декоратором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2926080"/>
            <a:ext cx="320040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OOP: Field → Name, Phone, Email, Birthday, Address, Record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794760"/>
            <a:ext cx="3200400" cy="685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23560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2356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save/load для AddressBook і Notebook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ФУНКЦІОНАЛ: КОНТАКТИ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Основні команди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&lt;name&gt; &lt;phone&gt;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&lt;name&gt; &lt;old&gt; &lt;new&gt;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 &lt;name&gt;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&lt;query&gt;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&lt;name&gt;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Розширені команди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69164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add-email &lt;name&gt; &lt;email&gt;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change-email &lt;name&gt; &lt;old&gt; &lt;new&gt;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remove-email &lt;name&gt; &lt;email&gt;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add-address &lt;name&gt; &lt;address&gt;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add-birthday &lt;name&gt; &lt;DD.MM.YYYY&gt;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birthdays [days]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ФУНКЦІОНАЛ: НОТАТКИ І ТЕГИ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Нотатки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36576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916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add-note &lt;title&gt; &lt;text...&gt;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show-notes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find-note &lt;text&gt;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edit-note &lt;title&gt; &lt;new_text...&gt;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delete-note &lt;title&gt;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Теги (бонус +15 балів)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600200"/>
            <a:ext cx="36576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6916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add-tag &lt;title&gt; &lt;tag&gt;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find-by-tag &lt;tag&gt;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sort-by-tag &lt;tag&gt;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Нотатки зберігаються на диск через pickle. Теги нормалізуються (lowercase, trim) та не дублюються.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КОД: МАРШРУТИЗАЦІЯ КОМАНД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749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contact_commands: Dict[str, Callable] = {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"add": add_contact,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"change": change_contact,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"phone": show_phone,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"all": show_all,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"search": search_contacts,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"delete": delete_contact,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note_commands: Dict[str, Callable] = {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"add-note": add_note,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"show-notes": show_notes,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"find-note": find_note,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09728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097280"/>
            <a:ext cx="64008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5989320" y="11887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elif!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89320" y="1508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 зберігаються у словниках. Пошук команди — O(1). Легко додати нову команду — один рядок.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74320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2743200"/>
            <a:ext cx="64008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Два словники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89320" y="3154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contact_commands працює з AddressBook, note_commands — з Notebook. Розділення відповідальності.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КОД: ОБРОБКА ПОМИЛОК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00" cy="3749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51206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input_error(func):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inner(*args, **kwargs):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func(*args, **kwargs)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IndexError: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"Not enough arguments."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ValueError as e: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str(e) if str(e) else "Invalid value."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KeyError: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"Contact not found."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Exception: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"Unexpected error."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inner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@input_error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add_contact(args, book):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len(args) &lt; 2: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IndexError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name, phone, *_ = args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097280"/>
            <a:ext cx="256032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1887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Паттерн Декоратор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15544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декоратор @input_error обгортає всі 20+ команд. Помилки перетворюються на зрозумілі повідомлення.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Користувач ніколи не бачить traceback.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200400"/>
            <a:ext cx="2560320" cy="13716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Валідація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Телефон: 10 цифр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regex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Дата: DD.MM.YYYY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Адреса: не пуста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ВИКЛИКИ ТА РІШЕННЯ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лютого — краш при replace(year=...)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554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з fallback на 28 лютого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37744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розробники — конфлікти у коді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37744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37744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450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Розділили на незалежні завдання + PR-и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566160"/>
            <a:ext cx="64008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Некоректний ввід від користувача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566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566160"/>
            <a:ext cx="64008" cy="9144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3639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Рішення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3931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@input_error декоратор на всіх командах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ДЕМОНСТРАЦІЯ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64592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3749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assistant-bot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 Alice 1234567890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add-email Alice alice@example.com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add-birthday Alice 15.06.1990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add-address Alice Kyiv, Shevchenka 1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all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name: Alice, phones: 1234567890,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alice@example.com, address: Kyiv Shevchenka 1,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birthday: 15.06.1990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add-note Shopping buy milk and bread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add-tag Shopping food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added.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find-by-tag food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Shopping: buy milk and bread | tags: food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close</a:t>
            </a:r>
            <a:endParaRPr lang="en-US" sz="10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 bye!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ДЯКУЄМО ЗА УВАГУ!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Група 10 — Персональний Помічник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github.com/cumbainer/group-10-final-project-task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до ваших запитань!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Assistant Bot — Демо День</dc:title>
  <dc:subject>PptxGenJS Presentation</dc:subject>
  <dc:creator>Group 10</dc:creator>
  <cp:lastModifiedBy>Group 10</cp:lastModifiedBy>
  <cp:revision>1</cp:revision>
  <dcterms:created xsi:type="dcterms:W3CDTF">2026-03-13T23:12:03Z</dcterms:created>
  <dcterms:modified xsi:type="dcterms:W3CDTF">2026-03-13T23:12:03Z</dcterms:modified>
</cp:coreProperties>
</file>